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FSDS scenario one-pagers</a:t>
            </a:r>
          </a:p>
          <a:p>
            <a:pPr>
              <a:defRPr sz="1400"/>
            </a:pPr>
            <a:r>
              <a:t>Data digestion · Economic justification ·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Assumptions</a:t>
            </a:r>
          </a:p>
          <a:p>
            <a:pPr>
              <a:defRPr sz="1300"/>
            </a:pPr>
            <a:r>
              <a:t>margin_usd=48.0 · treat_cost=6.5</a:t>
            </a:r>
          </a:p>
          <a:p>
            <a:pPr>
              <a:defRPr sz="1300"/>
            </a:pPr>
            <a:r>
              <a:t>SoT save ~33.6% · debate ~39.3% (demos)</a:t>
            </a:r>
          </a:p>
          <a:p>
            <a:pPr>
              <a:defRPr sz="1300"/>
            </a:pPr>
            <a:r>
              <a:t>Edit: config/fsds_economics_assumptions.json → re-run run_fsds_business_impact_pack.py</a:t>
            </a:r>
          </a:p>
          <a:p>
            <a:pPr>
              <a:defRPr sz="1300"/>
            </a:pPr>
            <a:r>
              <a:t>OPEX vs CAPEX: RELEARN tickets excluded from OPEX net in uplift rollup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ross_border_copilo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bank_insurance_fl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group_uplif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agent_platform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bpo_hybrid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feature_store_of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