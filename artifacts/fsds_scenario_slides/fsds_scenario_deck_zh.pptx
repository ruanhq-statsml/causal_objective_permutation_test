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0"/>
            <a:ext cx="109728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FSDS 场景一页纸</a:t>
            </a:r>
          </a:p>
          <a:p>
            <a:pPr>
              <a:defRPr sz="1400"/>
            </a:pPr>
            <a:r>
              <a:t>数据消化 · 经济效益 · v2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47120" cy="6217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/>
            </a:pPr>
            <a:r>
              <a:t>假设参数</a:t>
            </a:r>
          </a:p>
          <a:p>
            <a:pPr>
              <a:defRPr sz="1300"/>
            </a:pPr>
            <a:r>
              <a:t>margin_usd=48.0 · treat_cost=6.5</a:t>
            </a:r>
          </a:p>
          <a:p>
            <a:pPr>
              <a:defRPr sz="1300"/>
            </a:pPr>
            <a:r>
              <a:t>SoT save ~33.6% · debate ~39.3% (demos)</a:t>
            </a:r>
          </a:p>
          <a:p>
            <a:pPr>
              <a:defRPr sz="1300"/>
            </a:pPr>
            <a:r>
              <a:t>Edit: config/fsds_economics_assumptions.json → re-run run_fsds_business_impact_pack.py</a:t>
            </a:r>
          </a:p>
          <a:p>
            <a:pPr>
              <a:defRPr sz="1300"/>
            </a:pPr>
            <a:r>
              <a:t>OPEX vs CAPEX: RELEARN tickets excluded from OPEX net in uplift rollup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_cross_border_copilot_z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_bank_insurance_fl_z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_group_uplift_z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4_agent_platform_z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5_bpo_hybrid_z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6_feature_store_ofs_z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