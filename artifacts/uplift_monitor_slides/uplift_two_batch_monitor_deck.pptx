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two_batch_monito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detect_drperm_fs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_adapt_priority_o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